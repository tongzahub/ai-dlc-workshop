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31465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291840" cy="3291840"/>
          </a:xfrm>
          <a:prstGeom prst="ellipse">
            <a:avLst/>
          </a:prstGeom>
          <a:solidFill>
            <a:srgbClr val="E8590C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31465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· METRO FINANCE · PROJECT MF-2026-DLP-07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SwiftKYC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Onboarding &amp; e-KYC API — Project Kickoff Briefing from the Business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2163470" cy="457200"/>
          </a:xfrm>
          <a:prstGeom prst="roundRect">
            <a:avLst>
              <a:gd name="adj" fmla="val 50000"/>
            </a:avLst>
          </a:prstGeom>
          <a:solidFill>
            <a:srgbClr val="31465F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2163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· regulated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15030" y="4526280"/>
            <a:ext cx="1313078" cy="457200"/>
          </a:xfrm>
          <a:prstGeom prst="roundRect">
            <a:avLst>
              <a:gd name="adj" fmla="val 50000"/>
            </a:avLst>
          </a:prstGeom>
          <a:solidFill>
            <a:srgbClr val="31465F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5030" y="4526280"/>
            <a:ext cx="1313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Sponsor: CDO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6709" y="4526280"/>
            <a:ext cx="3013862" cy="457200"/>
          </a:xfrm>
          <a:prstGeom prst="roundRect">
            <a:avLst>
              <a:gd name="adj" fmla="val 50000"/>
            </a:avLst>
          </a:prstGeom>
          <a:solidFill>
            <a:srgbClr val="31465F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6709" y="4526280"/>
            <a:ext cx="3013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gate: Compliance sign-off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99171" y="4526280"/>
            <a:ext cx="2503627" cy="457200"/>
          </a:xfrm>
          <a:prstGeom prst="roundRect">
            <a:avLst>
              <a:gd name="adj" fmla="val 50000"/>
            </a:avLst>
          </a:prstGeom>
          <a:solidFill>
            <a:srgbClr val="31465F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99171" y="4526280"/>
            <a:ext cx="25036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extension: OPT-IN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AI-DLC Workshop · a briefing from the business sponsor to the delivery team · read your Business Project Memo first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lender that onboards on paper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SwiftKYC — Kickoff Briefing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Finance is launching digital personal loans — but onboarding is branch-only, paper-based, 2 days long, and it failed the last two consent audits.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squad is blocked on your API. Compliance holds the launch key. And the e-KYC vendor bills every verification call, so waste shows up on an invoice.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6492240" cy="2560320"/>
          </a:xfrm>
          <a:prstGeom prst="roundRect">
            <a:avLst>
              <a:gd name="adj" fmla="val 4286"/>
            </a:avLst>
          </a:prstGeom>
          <a:solidFill>
            <a:srgbClr val="FDEFE6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776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23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business escalated now:  </a:t>
            </a:r>
            <a:pPr indent="0" marL="0"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is measurable, board-visible, and getting worse each quarter. The numbers on the right are from the sponsor's memo — use them when the AI asks about business drivers.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06640" y="150876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16184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35240" y="2103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onboarding time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640" y="2715768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14" name="Text 12"/>
          <p:cNvSpPr/>
          <p:nvPr/>
        </p:nvSpPr>
        <p:spPr>
          <a:xfrm>
            <a:off x="7635240" y="28254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35240" y="33101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applicants abandon mid-way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3922776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7635240" y="40325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฿350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35240" y="45171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paper onboarding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06640" y="5129784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5239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35240" y="57241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failed consent audits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What the Business Ordered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SwiftKYC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5577840" cy="4846320"/>
          </a:xfrm>
          <a:prstGeom prst="roundRect">
            <a:avLst>
              <a:gd name="adj" fmla="val 2264"/>
            </a:avLst>
          </a:prstGeom>
          <a:solidFill>
            <a:srgbClr val="F0F7F1"/>
          </a:solidFill>
          <a:ln w="15875">
            <a:solidFill>
              <a:srgbClr val="81C7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 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lifecycle API (DRAFT → … → APPROVED/REJECTED/EXPIRED)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PDPA consent, immutable, per purpose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selfie intake, encrypted at rest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VerifyMe vendor integration: async webhooks, signed, dedup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 screening (exact ID + fuzzy name)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Manual-review queue for operations · erasure workflow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50876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FDF3F0"/>
          </a:solidFill>
          <a:ln w="15875">
            <a:solidFill>
              <a:srgbClr val="E573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Out of scope — protect this 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148840"/>
            <a:ext cx="4709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/ loan decisioning (Risk team)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NDID &amp; dip-chip channels (Phase 2)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monitoring (separate system)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UI (separate squad)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HARD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Challenges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SwiftKYC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3816" y="1728216"/>
            <a:ext cx="475488" cy="475488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8" name="Image 0" descr="/home/claude/decks/icons/FaUser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443" y="1851843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53896" y="1691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auditor is the acceptance test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0392" y="2313432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Day 2 the facilitator plays the regulator: pick any applicant, reconstruct consent, documents, vendor result, decision. Design the audit trail first, not last.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150876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17136" y="1728216"/>
            <a:ext cx="475488" cy="475488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13" name="Image 1" descr="/home/claude/decks/icons/Fa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763" y="1851843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57216" y="1691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that can end a launch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53712" y="2313432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IDs and face images: encrypt at rest, mask as x-xxxx-xxxx-12-3 in every log line. The auditor will grep your logs — one leak is a finding.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01000" y="150876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0456" y="1728216"/>
            <a:ext cx="475488" cy="475488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18" name="Image 2" descr="/home/claude/decks/icons/FaExchangeA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083" y="1851843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60536" y="1691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vendor, duplicate webhooks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257032" y="2313432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VerifyMe answers by webhook, retries on failure, and sometimes delivers twice (reference ending in 8). Verify signatures, process exactly once, survive lost webhooks.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94360" y="3959352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13816" y="4178808"/>
            <a:ext cx="475488" cy="475488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23" name="Image 3" descr="/home/claude/decks/icons/FaBalanceSca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43" y="4302435"/>
            <a:ext cx="228234" cy="22823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53896" y="41422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costs money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50392" y="4764024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bills per verification. Duplicate submissions for one applicant must be structurally impossible; re-verification is an explicit, role-gated, billed action.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297680" y="3959352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17136" y="4178808"/>
            <a:ext cx="475488" cy="475488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28" name="Image 4" descr="/home/claude/decks/icons/FaSear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763" y="4302435"/>
            <a:ext cx="228234" cy="22823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57216" y="41422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names that bite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553712" y="4764024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blocklist romanizes Thai names inconsistently (SAE-TANG / SAETANG, JAROENSUK / CHAROENSUK). Exact match alone fails acceptance.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001000" y="3959352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220456" y="4178808"/>
            <a:ext cx="475488" cy="475488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33" name="Image 5" descr="/home/claude/decks/icons/FaShieldAl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4083" y="4302435"/>
            <a:ext cx="228234" cy="22823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60536" y="41422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security rules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257032" y="4764024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Opting into the Security extension turns 15 rules into blocking gate checks. When a rule blocks you — fix the design, don't argue with the rule.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DO 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with AI-DLC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SwiftKYC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FDEFE6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+ Security OPT-IN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50364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79548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FDEFE6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25268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35552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4736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FDEFE6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0456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Planning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20740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9924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FDEFE6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5644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(state machine + NFR)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05928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5112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FDEFE6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0832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/ unit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91116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20300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FDEFE6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66020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+ Audit walk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23774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greenfield path with the Security baseline extension shaping every design gate. Expect 2 units: application-lifecycle · verification-integration.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3017520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" y="3200400"/>
            <a:ext cx="402336" cy="40233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31546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IN to Security — early</a:t>
            </a:r>
            <a:endParaRPr lang="en-US" sz="1250" dirty="0"/>
          </a:p>
          <a:p>
            <a:pPr indent="0" marL="0">
              <a:buNone/>
            </a:pPr>
            <a:r>
              <a:rPr lang="en-US" sz="103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it at Requirements; let its rules (encryption, logging, least privilege, fail-safe defaults) drive the design instead of retrofitting.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81344" y="3017520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82512" y="3200400"/>
            <a:ext cx="402336" cy="40233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0" name="Text 28"/>
          <p:cNvSpPr/>
          <p:nvPr/>
        </p:nvSpPr>
        <p:spPr>
          <a:xfrm>
            <a:off x="6382512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58584" y="31546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as the spine</a:t>
            </a:r>
            <a:endParaRPr lang="en-US" sz="1250" dirty="0"/>
          </a:p>
          <a:p>
            <a:pPr indent="0" marL="0">
              <a:buNone/>
            </a:pPr>
            <a:r>
              <a:rPr lang="en-US" sz="103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application lifecycle explicitly; every transition writes an immutable audit event with actor + requestId.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4360" y="4681728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95528" y="4864608"/>
            <a:ext cx="402336" cy="40233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4" name="Text 32"/>
          <p:cNvSpPr/>
          <p:nvPr/>
        </p:nvSpPr>
        <p:spPr>
          <a:xfrm>
            <a:off x="795528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71600" y="4818888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the mock's outcomes</a:t>
            </a:r>
            <a:endParaRPr lang="en-US" sz="1250" dirty="0"/>
          </a:p>
          <a:p>
            <a:pPr indent="0" marL="0">
              <a:buNone/>
            </a:pPr>
            <a:r>
              <a:rPr lang="en-US" sz="103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mock scripts 5 behaviors by reference digit (auto-approve / review / reject / vendor-fail / duplicate webhook) — make each a test.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181344" y="4681728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82512" y="4864608"/>
            <a:ext cx="402336" cy="40233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8" name="Text 36"/>
          <p:cNvSpPr/>
          <p:nvPr/>
        </p:nvSpPr>
        <p:spPr>
          <a:xfrm>
            <a:off x="6382512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958584" y="4818888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erasure as features</a:t>
            </a:r>
            <a:endParaRPr lang="en-US" sz="1250" dirty="0"/>
          </a:p>
          <a:p>
            <a:pPr indent="0" marL="0">
              <a:buNone/>
            </a:pPr>
            <a:r>
              <a:rPr lang="en-US" sz="103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consent records and the purge-with-audit-skeleton flow are first-class stories, not afterthoughts.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SwiftKYC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 min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(was 2 days)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1536192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&lt;฿60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547872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applicant (was ฿350)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27064" y="1536192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6272784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364224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vendor charges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43416" y="1536192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9089136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180576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 target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deliverables (scored)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4360" y="3657600"/>
            <a:ext cx="110002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lifecycle states reachable via the mock's scripted outcomes, each covered by a test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deduplicated webhook handling — the duplicate delivery case processed exactly once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PII, 100% masked logs, role-gated unmask that is itself audited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Erasure purges biometrics, keeps the 7-year audit skeleton; complete aidlc-docs/ with the Security opt-in decision visible in the design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715000"/>
            <a:ext cx="11000232" cy="713232"/>
          </a:xfrm>
          <a:prstGeom prst="roundRect">
            <a:avLst>
              <a:gd name="adj" fmla="val 15385"/>
            </a:avLst>
          </a:prstGeom>
          <a:solidFill>
            <a:srgbClr val="FDEFE6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71500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3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demo:  </a:t>
            </a:r>
            <a:pPr indent="0" marL="0">
              <a:buNone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Day-2 demo: run the 4 vendor outcomes live, then hand the auditor one applicant and let the audit trail speak.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Days, Four Milestones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SwiftKYC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856232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78408" y="2386584"/>
            <a:ext cx="0" cy="438912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600200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170992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AM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Requirements with Security OPT-IN recorded → stories drafted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026664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78408" y="3557016"/>
            <a:ext cx="0" cy="438912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2770632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2880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PM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 approved → state-machine + security design → 2 units generated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197096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78408" y="4727448"/>
            <a:ext cx="0" cy="438912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3941064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83080" y="405079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AM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Construction: lifecycle + consent + blocklist done; webhook handling underway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5367528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554480" y="5111496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522122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PM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→ compliance audit walkthrough → demo &amp; retro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43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with the facilitator at every milestone — call them over rather than guessing.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Materials &amp; First Command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SwiftKYC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5120640" cy="4846320"/>
          </a:xfrm>
          <a:prstGeom prst="roundRect">
            <a:avLst>
              <a:gd name="adj" fmla="val 2264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folder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Project Memo (this pack)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vision-document.md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technical-environment.md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verifyme-api-contract.md (+ mock server in your folder)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blocklist.csv · consent-text-v1.md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89204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mock — never a real service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service ends at the identity decision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Security rule blocks a gate, change the design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97880" y="1508760"/>
            <a:ext cx="5715000" cy="4846320"/>
          </a:xfrm>
          <a:prstGeom prst="roundRect">
            <a:avLst>
              <a:gd name="adj" fmla="val 2264"/>
            </a:avLst>
          </a:prstGeom>
          <a:solidFill>
            <a:srgbClr val="232F3E"/>
          </a:solidFill>
          <a:ln/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A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THIS TO BEGIN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148840"/>
            <a:ext cx="5166360" cy="2286000"/>
          </a:xfrm>
          <a:prstGeom prst="roundRect">
            <a:avLst>
              <a:gd name="adj" fmla="val 4800"/>
            </a:avLst>
          </a:prstGeom>
          <a:solidFill>
            <a:srgbClr val="31465F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28600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AI-DLC, build the SwiftKYC customer onboarding API described in vision-document.md and technical-environment.md in this workspace. This is a new greenfield project in a regulated environment.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461772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</a:t>
            </a:r>
            <a:pPr indent="0" marL="0">
              <a:buNone/>
            </a:pPr>
            <a:r>
              <a:rPr lang="en-US" sz="11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workflow lead. Answer its question files from your documents; when documents conflict, the Product Owner decides and the Scribe records why. Approve gates only after the Reviewer has actually read the artifacts.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SwiftKYC — Kickoff</dc:title>
  <dc:subject>PptxGenJS Presentation</dc:subject>
  <dc:creator>eCloudvalley — AI-DLC Workshop</dc:creator>
  <cp:lastModifiedBy>eCloudvalley — AI-DLC Workshop</cp:lastModifiedBy>
  <cp:revision>1</cp:revision>
  <dcterms:created xsi:type="dcterms:W3CDTF">2026-08-10T04:13:04Z</dcterms:created>
  <dcterms:modified xsi:type="dcterms:W3CDTF">2026-08-10T04:13:04Z</dcterms:modified>
</cp:coreProperties>
</file>