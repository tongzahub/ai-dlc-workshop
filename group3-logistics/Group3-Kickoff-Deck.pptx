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31465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291840" cy="3291840"/>
          </a:xfrm>
          <a:prstGeom prst="ellipse">
            <a:avLst/>
          </a:prstGeom>
          <a:solidFill>
            <a:srgbClr val="2C5F2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31465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· THUNDER EXPRESS · PROJECT TEX-2026-OPS-11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ParcelTrack CR-2026-081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Reconciliation &amp; Merchant Webhooks — Project Kickoff Briefing from the Business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163470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2163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enhancement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15030" y="4526280"/>
            <a:ext cx="2503627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5030" y="4526280"/>
            <a:ext cx="25036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Sponsor: Head of Ops + CFO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7258" y="4526280"/>
            <a:ext cx="3013862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7258" y="4526280"/>
            <a:ext cx="3013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rule: zero breaking changes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89720" y="4526280"/>
            <a:ext cx="1568196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4526280"/>
            <a:ext cx="1568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THB 1.9M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AI-DLC Workshop · a briefing from the business sponsor to the delivery team · read your Business Project Memo first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million baht of cash a day, reconciled on paper a week later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ParcelTrack CR-2026-081 — Kickoff Briefing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Thunder Express delivers 12,000 parcels daily — 60% cash-on-delivery. Rider cash is reconciled from paper sheets ~7 days later; last month ฿340K of variance was found too late to trace.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merchant platforms poll the tracking API ~20 times a second because nothing notifies them. The original developer left; the running code is the only documentation.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6492240" cy="2560320"/>
          </a:xfrm>
          <a:prstGeom prst="roundRect">
            <a:avLst>
              <a:gd name="adj" fmla="val 4286"/>
            </a:avLst>
          </a:prstGeom>
          <a:solidFill>
            <a:srgbClr val="EAF3E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776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business escalated now:  </a:t>
            </a:r>
            <a:pPr indent="0" marL="0"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is measurable, board-visible, and getting worse each quarter. The numbers on the right are from the sponsor's memo — use them when the AI asks about business drivers.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150876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1618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฿4M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3524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cash in riders' hands daily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2715768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2825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35240" y="33101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variance is discovered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3922776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40325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35240" y="45171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my parcel" calls/day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6640" y="5129784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5239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35240" y="57241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of documentation left behind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What the Business Ordered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ParcelTrack CR-2026-081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577840" cy="4846320"/>
          </a:xfrm>
          <a:prstGeom prst="roundRect">
            <a:avLst>
              <a:gd name="adj" fmla="val 2264"/>
            </a:avLst>
          </a:prstGeom>
          <a:solidFill>
            <a:srgbClr val="F0F7F1"/>
          </a:solidFill>
          <a:ln w="15875">
            <a:solidFill>
              <a:srgbClr val="81C7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status webhooks: register URL+secret, signed events, ≤30 s, retry ×5, delivery log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COD reconciliation per rider: expected vs recorded, variance flags (&gt; ฿50 or missing), 20:00 cutoff, settle action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of skeletons found in the existing code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FDF3F0"/>
          </a:solidFill>
          <a:ln w="15875">
            <a:solidFill>
              <a:srgbClr val="E5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Out of scope — protect this 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app changes, GPS, route optimization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middleware (queues/brokers) — Ops can't run it this quarter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of any kind — the budget line literally says so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HARD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Challenges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ParcelTrack CR-2026-081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3816" y="1728216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0" descr="/home/claude/decks/icons/Fa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43" y="1851843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389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before touching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039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docs, no original developer. AI-DLC's Reverse Engineering stage documents the system first — then the team must review it critically, because the AI will guess wrong somewhere.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17136" y="1728216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1" descr="/home/claude/decks/icons/Fa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763" y="1851843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5721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is absolute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5371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merchant integrations depend on the API byte-for-byte. Every change is additive; the existing pytest suite must pass untouched, always.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0100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0456" y="1728216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2" descr="/home/claude/decks/icons/FaBu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083" y="1851843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053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Skeletons in the code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5703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two questionable patterns are in that 2024 code (money handling, status validation…). Find them, classify them: fix now, contain, or report to the CFO in writing.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9436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3816" y="4178808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3" name="Image 3" descr="/home/claude/decks/icons/FaBroadcastTow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43" y="4302435"/>
            <a:ext cx="228234" cy="2282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5389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webhooks, no broker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5039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signed events within 30 s with retry/backoff and a queryable log — using only in-process means, with a documented Phase-2 upgrade path.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29768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17136" y="4178808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8" name="Image 4" descr="/home/claude/decks/icons/FaC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763" y="4302435"/>
            <a:ext cx="228234" cy="22823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5721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 Bangkok, not UTC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5371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 cutoff is a business rule in Asia/Bangkok. Timestamps in the DB are UTC. Getting this boundary wrong flags the wrong riders.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00100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20456" y="4178808"/>
            <a:ext cx="475488" cy="47548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3" name="Image 5" descr="/home/claude/decks/icons/FaBalanceSca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4083" y="4302435"/>
            <a:ext cx="228234" cy="22823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6053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discrepancies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25703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COD day hides two real-shaped anomalies (a rider ฿120 short, a missing collection). Your report must flag exactly those.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DO 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with AI-DLC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ParcelTrack CR-2026-081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AF3E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50364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79548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AF3E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5268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(from CR)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35552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4736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AF3E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0456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Planning (leaner!)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20740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9924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AF3E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5644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Design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05928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5112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AF3E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0832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/ unit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91116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20300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AF3E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66020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+ CR demo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23774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path: RE replaces the missing documentation, then a leaner plan than greenfield — challenge the AI if it proposes full ceremony. Expect 2 units: webhooks · cod-reconciliation.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301752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320040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31546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artifacts, then corrections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business-overview / architecture / API docs, then correct them as a team — corrections in aidlc-docs/ are scored evidence.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81344" y="301752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82512" y="320040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58584" y="31546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 compatibility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existing responses with the current tests; every new capability is a new endpoint or additive field.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4681728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95528" y="486460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795528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71600" y="4818888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satang forward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money fields never repeat the float defect; write the remediation note for the legacy columns.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81344" y="4681728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486460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6382512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58584" y="4818888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Demo-script driven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 the CR's acceptance snapshot literally: kill the receiver, watch 5 retries, restart, recover.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ParcelTrack CR-2026-081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20:30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COD variance (was 7 days)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-50%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547872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WISMO calls target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7064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364224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polling after webhooks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43416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9089136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180576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 allowed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deliverables (scored)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110002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CR-2026-081 acceptance demo passes exactly as written (30 s webhook, 5 visible retries, R-017 &amp; R-023 flagged)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HMAC-signed, duplicate-tolerant webhook delivery with queryable log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summary endpoint with variance flags and settle action, correct at the Bangkok cutoff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artifacts reviewed &amp; corrected + written skeleton report (float money, unvalidated transitions) for the CFO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715000"/>
            <a:ext cx="11000232" cy="713232"/>
          </a:xfrm>
          <a:prstGeom prst="roundRect">
            <a:avLst>
              <a:gd name="adj" fmla="val 15385"/>
            </a:avLst>
          </a:prstGeom>
          <a:solidFill>
            <a:srgbClr val="EAF3EA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71500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demo:  </a:t>
            </a:r>
            <a:pPr indent="0" marL="0">
              <a:buNone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 demo: run the CR acceptance script live — including the failure/retry sequence — then show the corrected RE architecture doc.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Days, Four Milestones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ParcelTrack CR-2026-081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78408" y="2386584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600200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170992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AM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Reverse Engineering generated &amp; critically reviewed → Requirements from the CR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026664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78408" y="3557016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2770632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PM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Leaner execution plan approved → delta design for webhooks + COD against existing schema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197096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78408" y="4727448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941064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83080" y="405079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AM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Construction: webhook registration, signed delivery, retries, delivery log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5367528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554480" y="5111496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522122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PM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summary vs sample day → Build &amp; Test → CR acceptance demo → retro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with the facilitator at every milestone — call them over rather than guessing.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Materials &amp; First Command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ParcelTrack CR-2026-081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120640" cy="4846320"/>
          </a:xfrm>
          <a:prstGeom prst="roundRect">
            <a:avLst>
              <a:gd name="adj" fmla="val 2264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folder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Project Memo (this pack)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starter-code/ (the running service + tests)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change-request.md (CR-2026-081)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vision-document.md · technical-environment.md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sample-cod-day.csv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rewrite, no new middleware, additive migrations only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tests pass untouched at every commit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bugs you find get written down, even if out of scope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97880" y="1508760"/>
            <a:ext cx="5715000" cy="4846320"/>
          </a:xfrm>
          <a:prstGeom prst="roundRect">
            <a:avLst>
              <a:gd name="adj" fmla="val 2264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A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TO BEGIN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31465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28600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AI-DLC, implement change request CR-2026-081 for the existing ParcelTrack service in this workspace: add merchant status webhooks and daily COD reconciliation, per vision-document.md and technical-environment.md. This is a brownfield project — analyze the existing code first.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461772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pPr indent="0" marL="0">
              <a:buNone/>
            </a:pPr>
            <a:r>
              <a:rPr lang="en-US" sz="11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workflow lead. Answer its question files from your documents; when documents conflict, the Product Owner decides and the Scribe records why. Approve gates only after the Reviewer has actually read the artifacts.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ParcelTrack CR-2026-081 — Kickoff</dc:title>
  <dc:subject>PptxGenJS Presentation</dc:subject>
  <dc:creator>eCloudvalley — AI-DLC Workshop</dc:creator>
  <cp:lastModifiedBy>eCloudvalley — AI-DLC Workshop</cp:lastModifiedBy>
  <cp:revision>1</cp:revision>
  <dcterms:created xsi:type="dcterms:W3CDTF">2026-08-10T04:13:04Z</dcterms:created>
  <dcterms:modified xsi:type="dcterms:W3CDTF">2026-08-10T04:13:04Z</dcterms:modified>
</cp:coreProperties>
</file>