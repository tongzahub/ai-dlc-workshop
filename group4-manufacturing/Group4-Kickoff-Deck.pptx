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3146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291840" cy="3291840"/>
          </a:xfrm>
          <a:prstGeom prst="ellipse">
            <a:avLst/>
          </a:prstGeom>
          <a:solidFill>
            <a:srgbClr val="6D2E4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31465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APEX AUTO PARTS · PROJECT APX-2026-INC-03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LineMetrics Recovery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Incident Fixes &amp; Hardening — Project Kickoff Briefing from the Business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1823314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1823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bug fix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74874" y="4526280"/>
            <a:ext cx="2248510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4874" y="4526280"/>
            <a:ext cx="2248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Plant Director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51983" y="4526280"/>
            <a:ext cx="2078431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1983" y="4526280"/>
            <a:ext cx="20784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extension: OPT-IN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59014" y="4526280"/>
            <a:ext cx="2418588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9014" y="4526280"/>
            <a:ext cx="241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฿900K — no rewrite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Workshop · a briefing from the business sponsor to the delivery team · read your Business Project Memo first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the plant runs on — and no longer believes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LineMetrics Recovery — Kickoff Briefing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 at 08:00, managers of 8 production lines make staffing and maintenance calls from the OEE dashboard. It crashed mid-meeting two weeks ago; then an engineer proved it overstates OEE — and plant bonuses are tied to that number.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incident tickets are open. The mandate is precise: fix this system, prove it against hand calculations, and harden it so the mistake cannot quietly return. A rewrite will not be approved.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6492240" cy="2560320"/>
          </a:xfrm>
          <a:prstGeom prst="roundRect">
            <a:avLst>
              <a:gd name="adj" fmla="val 4286"/>
            </a:avLst>
          </a:prstGeom>
          <a:solidFill>
            <a:srgbClr val="F4EA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776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E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business escalated now:  </a:t>
            </a:r>
            <a:pPr indent="0" marL="0"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is measurable, board-visible, and getting worse each quarter. The numbers on the right are from the sponsor's memo — use them when the AI asks about business drivers.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150876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1618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3524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 tickets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715768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825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 vs 0.823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35240" y="3310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vs hand-calculated OEE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3922776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40325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35240" y="4517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 depend on 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5129784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5239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35240" y="5724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tests — passing while wrong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What the Business Ordered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LineMetrics Recovery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577840" cy="4846320"/>
          </a:xfrm>
          <a:prstGeom prst="roundRect">
            <a:avLst>
              <a:gd name="adj" fmla="val 2264"/>
            </a:avLst>
          </a:prstGeom>
          <a:solidFill>
            <a:srgbClr val="F0F7F1"/>
          </a:solidFill>
          <a:ln w="15875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and fix all 3 incidents (failing test first, fix, pass)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ingestion (gateway retries with same reading_id)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08:00→08:00 Asia/Bangkok production-day bucketing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edge cases: maintenance days, zero output, downtime &gt; planned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 suite (OEE bounds, idempotency, day-bucketing)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RUNBOOK.md for ops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DF3F0"/>
          </a:solidFill>
          <a:ln w="15875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Out of scope — protect this 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features, dashboards or endpoints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payload changes (vendor firmware frozen)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work (volumes are small)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HARD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Challenges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LineMetrics Recovery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1728216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0" descr="/home/claude/decks/icons/FaB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43" y="1851843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tickets, four defects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039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tickets describe symptoms, not causes. Behind them: a dropped factor in the OEE formula, a zero-division crash, a UTC-vs-plant-day boundary, and missing idempotency. Map every ticket to code with evidence.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1728216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1" descr="/home/claude/decks/icons/FaVi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63" y="185184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lied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5371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existing tests passed the entire time the numbers were wrong. The steering committee wants your written answer: why? (Test-gap analysis is a scored deliverable.)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0100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0456" y="1728216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8" name="Image 2" descr="/home/claude/decks/icons/Fa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083" y="1851843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053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is not a calendar day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5703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days run 08:00→08:00 Bangkok (01:00 UTC). Night-shift readings currently land in the wrong day. Fix the bucketing at the source, not in the endpoint.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436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3816" y="4178808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3" name="Image 3" descr="/home/claude/decks/icons/FaSyncA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43" y="4302435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5389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that double-count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5039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Shop-floor Wi-Fi makes gateways retry — same reading_id, up to 3×. The sample data contains a real burst; ingestion must make replays a no-op.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29768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17136" y="4178808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8" name="Image 4" descr="/home/claude/decks/icons/FaHandPap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763" y="4302435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5721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the big plan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5371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bug fix. If Workflow Planning proposes full greenfield ceremony, push back at the gate — a lean, justified plan IS the exercise.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00100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20456" y="4178808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3" name="Image 5" descr="/home/claude/decks/icons/FaFlas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4083" y="4302435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053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can't return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25703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in to Property-Based Testing: 1,000+ generated cases asserting OEE ∈ [0,1], idempotent replays, one-day-per-reading. Example-based tests missed this once already.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DO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with AI-DLC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LineMetrics Recovery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4EA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50364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79548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4EA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5268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+ Requirements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35552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4736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4EA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0456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Workflow Plan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20740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9924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4EA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5644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tests first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05928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5112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4EA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0832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(single pass)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91116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20300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F4EA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6020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hardening + Build &amp; Test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23774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codebase, the most surgical path: most stages SKIPPED with recorded rationale, PBT extension opted IN, every fix proven by a red-then-green test.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301752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3200400"/>
            <a:ext cx="402336" cy="40233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31546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code → failing test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incident: locate the defect, write the regression test that fails on current code, then fix. No fix without its red test first.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81344" y="301752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3200400"/>
            <a:ext cx="402336" cy="40233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58584" y="31546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as the oracle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fixes + reseeding, L-03 on 15 Sep must return exactly availability .9063 / performance .9195 / quality .9875 / OEE .8230.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4681728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5528" y="4864608"/>
            <a:ext cx="402336" cy="40233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1600" y="481888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not examples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Hypothesis-generated cases enforce the invariants example tests missed: bounds, idempotency, day-bucketing totality.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81344" y="4681728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4864608"/>
            <a:ext cx="402336" cy="40233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58584" y="481888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gray areas on record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&gt; planned (clamp + warn), duplicate id with different payload (keep-first + anomaly log), historical cleanup (fix-forward) — all recorded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LineMetrics Recovery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L-03 OEE matches hand calc exactly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47872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on maintenance days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7064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364224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property cases green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43416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9089136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180576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closed with evidence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deliverables (scored)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110002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incidents: failing regression test → fix → green, mapped to root cause in writing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ingestion proven by replaying the retry burst (identical daily numbers)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production-day bucketing correct — night shift lands in the right day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suite + test-gap analysis + RUNBOOK.md; lean execution plan with recorded SKIP rationale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715000"/>
            <a:ext cx="11000232" cy="713232"/>
          </a:xfrm>
          <a:prstGeom prst="roundRect">
            <a:avLst>
              <a:gd name="adj" fmla="val 15385"/>
            </a:avLst>
          </a:prstGeom>
          <a:solidFill>
            <a:srgbClr val="F4EA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71500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demo:  </a:t>
            </a:r>
            <a:pPr indent="0" marL="0">
              <a:buNone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demo: replay each ticket live (crash day, wrong OEE, retry burst) on the old vs fixed behavior, then show the property suite run.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Days, Four Milestones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LineMetrics Recovery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78408" y="2386584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600200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7099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RE + root-cause: all tickets mapped to code → PBT OPT-IN recorded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026664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78408" y="3557016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770632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PM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plan approved (SKIPs justified) → failing regression tests for all three incidents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197096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78408" y="4727448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941064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405079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OEE composition, zero-division, day bucketing, idempotency — tests green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367528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554480" y="5111496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522122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suite 1,000+ cases → ground-truth match → RUNBOOK → demo &amp; retro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with the facilitator at every milestone — call them over rather than guessing.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Materials &amp; First Command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LineMetrics Recovery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folder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Project Memo (this pack)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bug-reports.md (primary requirements input)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starter-code/ + seed.py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sample-readings.jsonl · expected-oee-l03.csv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vision-document.md · technical-environment.md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at the source — no endpoint band-aids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gateway contract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tests keep passing; new tests explain what they missed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97880" y="1508760"/>
            <a:ext cx="5715000" cy="4846320"/>
          </a:xfrm>
          <a:prstGeom prst="roundRect">
            <a:avLst>
              <a:gd name="adj" fmla="val 2264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A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TO BEGIN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31465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28600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AI-DLC, fix the production incidents described in bug-reports.md for the LineMetrics service in this workspace and harden it against recurrence, per vision-document.md and technical-environment.md. This is a brownfield project — analyze the existing code first.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461772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buNone/>
            </a:pPr>
            <a:r>
              <a:rPr lang="en-US" sz="11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workflow lead. Answer its question files from your documents; when documents conflict, the Product Owner decides and the Scribe records why. Approve gates only after the Reviewer has actually read the artifacts.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LineMetrics Recovery — Kickoff</dc:title>
  <dc:subject>PptxGenJS Presentation</dc:subject>
  <dc:creator>eCloudvalley — AI-DLC Workshop</dc:creator>
  <cp:lastModifiedBy>eCloudvalley — AI-DLC Workshop</cp:lastModifiedBy>
  <cp:revision>1</cp:revision>
  <dcterms:created xsi:type="dcterms:W3CDTF">2026-08-10T04:13:04Z</dcterms:created>
  <dcterms:modified xsi:type="dcterms:W3CDTF">2026-08-10T04:13:04Z</dcterms:modified>
</cp:coreProperties>
</file>