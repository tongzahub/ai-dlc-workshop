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754880" cy="4754880"/>
          </a:xfrm>
          <a:prstGeom prst="ellipse">
            <a:avLst/>
          </a:prstGeom>
          <a:solidFill>
            <a:srgbClr val="31465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3291840" cy="3291840"/>
          </a:xfrm>
          <a:prstGeom prst="ellipse">
            <a:avLst/>
          </a:prstGeom>
          <a:solidFill>
            <a:srgbClr val="6D2E46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5120640"/>
            <a:ext cx="3108960" cy="3108960"/>
          </a:xfrm>
          <a:prstGeom prst="ellipse">
            <a:avLst/>
          </a:prstGeom>
          <a:solidFill>
            <a:srgbClr val="31465F">
              <a:alpha val="5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 · APEX AUTO PARTS · PROJECT APX-2026-INC-03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LineMetrics Recovery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Incident Fixes &amp; Hardening — Project Kickoff Briefing from the Business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1823314" cy="457200"/>
          </a:xfrm>
          <a:prstGeom prst="roundRect">
            <a:avLst>
              <a:gd name="adj" fmla="val 50000"/>
            </a:avLst>
          </a:prstGeom>
          <a:solidFill>
            <a:srgbClr val="31465F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526280"/>
            <a:ext cx="18233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bug fix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874874" y="4526280"/>
            <a:ext cx="2248510" cy="457200"/>
          </a:xfrm>
          <a:prstGeom prst="roundRect">
            <a:avLst>
              <a:gd name="adj" fmla="val 50000"/>
            </a:avLst>
          </a:prstGeom>
          <a:solidFill>
            <a:srgbClr val="31465F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4874" y="4526280"/>
            <a:ext cx="2248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Sponsor: Plant Director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351983" y="4526280"/>
            <a:ext cx="2078431" cy="457200"/>
          </a:xfrm>
          <a:prstGeom prst="roundRect">
            <a:avLst>
              <a:gd name="adj" fmla="val 50000"/>
            </a:avLst>
          </a:prstGeom>
          <a:solidFill>
            <a:srgbClr val="31465F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51983" y="4526280"/>
            <a:ext cx="20784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extension: OPT-IN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659014" y="4526280"/>
            <a:ext cx="2418588" cy="457200"/>
          </a:xfrm>
          <a:prstGeom prst="roundRect">
            <a:avLst>
              <a:gd name="adj" fmla="val 50000"/>
            </a:avLst>
          </a:prstGeom>
          <a:solidFill>
            <a:srgbClr val="31465F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59014" y="4526280"/>
            <a:ext cx="2418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฿900K — no rewrite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AI-DLC Workshop · a briefing from the business sponsor to the delivery team · read your Business Project Memo first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KPI the plant runs on — and no longer believes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LineMetrics Recovery — Kickoff Briefing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morning at 08:00, managers of 8 production lines make staffing and maintenance calls from the OEE dashboard. It crashed mid-meeting two weeks ago; then an engineer proved it overstates OEE — and plant bonuses are tied to that number.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56032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incident tickets are open. The mandate is precise: fix this system, prove it against hand calculations, and harden it so the mistake cannot quietly return. A rewrite will not be approved.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3794760"/>
            <a:ext cx="6492240" cy="2560320"/>
          </a:xfrm>
          <a:prstGeom prst="roundRect">
            <a:avLst>
              <a:gd name="adj" fmla="val 4286"/>
            </a:avLst>
          </a:prstGeom>
          <a:solidFill>
            <a:srgbClr val="F4EAEE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7764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1F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business escalated now:  </a:t>
            </a:r>
            <a:pPr indent="0" marL="0">
              <a:buNone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 is measurable, board-visible, and getting worse each quarter. The numbers on the right are from the sponsor's memo — use them when the AI asks about business drivers.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06640" y="150876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635240" y="16184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635240" y="21031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incident tickets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2715768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14" name="Text 12"/>
          <p:cNvSpPr/>
          <p:nvPr/>
        </p:nvSpPr>
        <p:spPr>
          <a:xfrm>
            <a:off x="7635240" y="28254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0.908 vs 0.823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635240" y="33101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vs hand-calculated OEE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406640" y="3922776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7635240" y="403250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635240" y="451713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lines depend on it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06640" y="5129784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523951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635240" y="572414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tests — passing while wrong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What the Business Ordered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LineMetrics Recovery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577840" cy="4846320"/>
          </a:xfrm>
          <a:prstGeom prst="roundRect">
            <a:avLst>
              <a:gd name="adj" fmla="val 2264"/>
            </a:avLst>
          </a:prstGeom>
          <a:solidFill>
            <a:srgbClr val="F0F7F1"/>
          </a:solidFill>
          <a:ln w="15875">
            <a:solidFill>
              <a:srgbClr val="81C7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In scope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and fix all 3 incidents (failing test first, fix, pass)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ingestion (gateway retries with same reading_id)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08:00→08:00 Asia/Bangkok production-day bucketing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edge cases: maintenance days, zero output, downtime &gt; planned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Property-based test suite (OEE bounds, idempotency, day-bucketing)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RUNBOOK.md for ops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508760"/>
            <a:ext cx="5257800" cy="4846320"/>
          </a:xfrm>
          <a:prstGeom prst="roundRect">
            <a:avLst>
              <a:gd name="adj" fmla="val 2264"/>
            </a:avLst>
          </a:prstGeom>
          <a:solidFill>
            <a:srgbClr val="FDF3F0"/>
          </a:solidFill>
          <a:ln w="15875">
            <a:solidFill>
              <a:srgbClr val="E573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691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 Out of scope — protect this line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214884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features, dashboards or endpoints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payload changes (vendor firmware frozen)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work (volumes are small)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HARD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Challenges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LineMetrics Recovery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816" y="1728216"/>
            <a:ext cx="475488" cy="475488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0" descr="/home/claude/decks/icons/FaB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443" y="1851843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53896" y="16916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tickets, four defects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50392" y="2313432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tickets describe symptoms, not causes. Behind them: a dropped factor in the OEE formula, a zero-division crash, a UTC-vs-plant-day boundary, and missing idempotency. Map every ticket to code with evidence.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297680" y="1508760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17136" y="1728216"/>
            <a:ext cx="475488" cy="475488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3" name="Image 1" descr="/home/claude/decks/icons/FaVial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763" y="1851843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57216" y="16916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that lied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53712" y="2313432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 existing tests passed the entire time the numbers were wrong. The steering committee wants your written answer: why? (Test-gap analysis is a scored deliverable.)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01000" y="1508760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0456" y="1728216"/>
            <a:ext cx="475488" cy="475488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8" name="Image 2" descr="/home/claude/decks/icons/FaClo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4083" y="1851843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60536" y="16916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is not a calendar day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257032" y="2313432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days run 08:00→08:00 Bangkok (01:00 UTC). Night-shift readings currently land in the wrong day. Fix the bucketing at the source, not in the endpoint.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94360" y="3959352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13816" y="4178808"/>
            <a:ext cx="475488" cy="475488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23" name="Image 3" descr="/home/claude/decks/icons/FaSyncAl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443" y="4302435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53896" y="41422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that double-count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50392" y="4764024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Shop-floor Wi-Fi makes gateways retry — same reading_id, up to 3×. The sample data contains a real burst; ingestion must make replays a no-op.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4297680" y="3959352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517136" y="4178808"/>
            <a:ext cx="475488" cy="475488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28" name="Image 4" descr="/home/claude/decks/icons/FaHandPaper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0763" y="4302435"/>
            <a:ext cx="228234" cy="22823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57216" y="41422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 the big plan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4553712" y="4764024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bug fix. If Workflow Planning proposes full greenfield ceremony, push back at the gate — a lean, justified plan IS the exercise.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8001000" y="3959352"/>
            <a:ext cx="360273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220456" y="4178808"/>
            <a:ext cx="475488" cy="475488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33" name="Image 5" descr="/home/claude/decks/icons/FaFlask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4083" y="4302435"/>
            <a:ext cx="228234" cy="22823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860536" y="41422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can't return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8257032" y="4764024"/>
            <a:ext cx="309067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 in to Property-Based Testing: 1,000+ generated cases asserting OEE ∈ [0,1], idempotent replays, one-day-per-reading. Example-based tests missed this once already.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DO 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 with AI-DLC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LineMetrics Recovery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4EAEE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Engineering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50364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79548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4EAEE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25268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+ Requirements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35552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64736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4EAEE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0456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Workflow Plan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20740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49924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4EAEE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5644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tests first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05928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35112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4EAEE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0832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(single pass)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691116" y="15544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020300" y="1554480"/>
            <a:ext cx="1574292" cy="685800"/>
          </a:xfrm>
          <a:prstGeom prst="roundRect">
            <a:avLst>
              <a:gd name="adj" fmla="val 12000"/>
            </a:avLst>
          </a:prstGeom>
          <a:solidFill>
            <a:srgbClr val="F4EAEE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66020" y="1554480"/>
            <a:ext cx="14828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hardening + Build &amp; Test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" y="23774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codebase, the most surgical path: most stages SKIPPED with recorded rationale, PBT extension opted IN, every fix proven by a red-then-green test.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3017520"/>
            <a:ext cx="5486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95528" y="3200400"/>
            <a:ext cx="402336" cy="402336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6" name="Text 24"/>
          <p:cNvSpPr/>
          <p:nvPr/>
        </p:nvSpPr>
        <p:spPr>
          <a:xfrm>
            <a:off x="795528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31546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→ code → failing test</a:t>
            </a:r>
            <a:endParaRPr lang="en-US" sz="1250" dirty="0"/>
          </a:p>
          <a:p>
            <a:pPr indent="0" marL="0">
              <a:buNone/>
            </a:pPr>
            <a:r>
              <a:rPr lang="en-US" sz="103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incident: locate the defect, write the regression test that fails on current code, then fix. No fix without its red test first.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81344" y="3017520"/>
            <a:ext cx="5486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82512" y="3200400"/>
            <a:ext cx="402336" cy="402336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0" name="Text 28"/>
          <p:cNvSpPr/>
          <p:nvPr/>
        </p:nvSpPr>
        <p:spPr>
          <a:xfrm>
            <a:off x="6382512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958584" y="31546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as the oracle</a:t>
            </a:r>
            <a:endParaRPr lang="en-US" sz="1250" dirty="0"/>
          </a:p>
          <a:p>
            <a:pPr indent="0" marL="0">
              <a:buNone/>
            </a:pPr>
            <a:r>
              <a:rPr lang="en-US" sz="103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fixes + reseeding, L-03 on 15 Sep must return exactly availability .9063 / performance .9195 / quality .9875 / OEE .8230.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94360" y="4681728"/>
            <a:ext cx="5486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5528" y="4864608"/>
            <a:ext cx="402336" cy="402336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4" name="Text 32"/>
          <p:cNvSpPr/>
          <p:nvPr/>
        </p:nvSpPr>
        <p:spPr>
          <a:xfrm>
            <a:off x="795528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371600" y="4818888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Properties, not examples</a:t>
            </a:r>
            <a:endParaRPr lang="en-US" sz="1250" dirty="0"/>
          </a:p>
          <a:p>
            <a:pPr indent="0" marL="0">
              <a:buNone/>
            </a:pPr>
            <a:r>
              <a:rPr lang="en-US" sz="103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Hypothesis-generated cases enforce the invariants example tests missed: bounds, idempotency, day-bucketing totality.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181344" y="4681728"/>
            <a:ext cx="5486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82512" y="4864608"/>
            <a:ext cx="402336" cy="402336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8" name="Text 36"/>
          <p:cNvSpPr/>
          <p:nvPr/>
        </p:nvSpPr>
        <p:spPr>
          <a:xfrm>
            <a:off x="6382512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958584" y="4818888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gray areas on record</a:t>
            </a:r>
            <a:endParaRPr lang="en-US" sz="1250" dirty="0"/>
          </a:p>
          <a:p>
            <a:pPr indent="0" marL="0">
              <a:buNone/>
            </a:pPr>
            <a:r>
              <a:rPr lang="en-US" sz="103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&gt; planned (clamp + warn), duplicate id with different payload (keep-first + anomaly log), historical cleanup (fix-forward) — all recorded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Success Looks Like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LineMetrics Recovery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2697480" cy="1463040"/>
          </a:xfrm>
          <a:prstGeom prst="roundRect">
            <a:avLst>
              <a:gd name="adj" fmla="val 7500"/>
            </a:avLst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0.8229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L-03 OEE matches hand calc exactly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10712" y="1536192"/>
            <a:ext cx="2697480" cy="1463040"/>
          </a:xfrm>
          <a:prstGeom prst="roundRect">
            <a:avLst>
              <a:gd name="adj" fmla="val 7500"/>
            </a:avLst>
          </a:prstGeom>
          <a:solidFill>
            <a:srgbClr val="232F3E"/>
          </a:solidFill>
          <a:ln/>
        </p:spPr>
      </p:sp>
      <p:sp>
        <p:nvSpPr>
          <p:cNvPr id="10" name="Text 8"/>
          <p:cNvSpPr/>
          <p:nvPr/>
        </p:nvSpPr>
        <p:spPr>
          <a:xfrm>
            <a:off x="3456432" y="1645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3547872" y="22860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on maintenance days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27064" y="1536192"/>
            <a:ext cx="2697480" cy="1463040"/>
          </a:xfrm>
          <a:prstGeom prst="roundRect">
            <a:avLst>
              <a:gd name="adj" fmla="val 7500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645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364224" y="22860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property cases green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43416" y="1536192"/>
            <a:ext cx="2697480" cy="1463040"/>
          </a:xfrm>
          <a:prstGeom prst="roundRect">
            <a:avLst>
              <a:gd name="adj" fmla="val 7500"/>
            </a:avLst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9089136" y="1645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9180576" y="22860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closed with evidence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4360" y="3246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deliverables (scored)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94360" y="3657600"/>
            <a:ext cx="1100023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incidents: failing regression test → fix → green, mapped to root cause in writing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ingestion proven by replaying the retry burst (identical daily numbers)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production-day bucketing correct — night shift lands in the right day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Property-based suite + test-gap analysis + RUNBOOK.md; lean execution plan with recorded SKIP rationale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715000"/>
            <a:ext cx="11000232" cy="713232"/>
          </a:xfrm>
          <a:prstGeom prst="roundRect">
            <a:avLst>
              <a:gd name="adj" fmla="val 15385"/>
            </a:avLst>
          </a:prstGeom>
          <a:solidFill>
            <a:srgbClr val="F4EAEE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571500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E1F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demo:  </a:t>
            </a:r>
            <a:pPr indent="0" marL="0">
              <a:buNone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Day-2 demo: replay each ticket live (crash day, wrong OEE, retry burst) on the old vs fixed behavior, then show the property suite run.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Days, Four Milestones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LineMetrics Recovery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856232"/>
            <a:ext cx="502920" cy="5029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78408" y="2386584"/>
            <a:ext cx="0" cy="438912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4480" y="1600200"/>
            <a:ext cx="100584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83080" y="170992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AM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RE + root-cause: all tickets mapped to code → PBT OPT-IN recorded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3026664"/>
            <a:ext cx="502920" cy="5029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026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78408" y="3557016"/>
            <a:ext cx="0" cy="438912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54480" y="2770632"/>
            <a:ext cx="10058400" cy="100584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83080" y="28803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PM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plan approved (SKIPs justified) → failing regression tests for all three incidents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197096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197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78408" y="4727448"/>
            <a:ext cx="0" cy="438912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54480" y="3941064"/>
            <a:ext cx="100584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783080" y="405079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AM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Fixes: OEE composition, zero-division, day bucketing, idempotency — tests green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31520" y="5367528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367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554480" y="5111496"/>
            <a:ext cx="10058400" cy="100584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83080" y="52212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PM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suite 1,000+ cases → ground-truth match → RUNBOOK → demo &amp; retro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43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with the facilitator at every milestone — call them over rather than guessing.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18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Materials &amp; First Command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5671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LineMetrics Recovery — Kickoff Briefing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120640" cy="4846320"/>
          </a:xfrm>
          <a:prstGeom prst="roundRect">
            <a:avLst>
              <a:gd name="adj" fmla="val 2264"/>
            </a:avLst>
          </a:prstGeom>
          <a:solidFill>
            <a:srgbClr val="F5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folder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21031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Project Memo (this pack)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bug-reports.md (primary requirements input)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starter-code/ + seed.py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sample-readings.jsonl · expected-oee-l03.csv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vision-document.md · technical-environment.md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48920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at the source — no endpoint band-aids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gateway contract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tests keep passing; new tests explain what they missed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97880" y="1508760"/>
            <a:ext cx="5715000" cy="4846320"/>
          </a:xfrm>
          <a:prstGeom prst="roundRect">
            <a:avLst>
              <a:gd name="adj" fmla="val 2264"/>
            </a:avLst>
          </a:prstGeom>
          <a:solidFill>
            <a:srgbClr val="232F3E"/>
          </a:solidFill>
          <a:ln/>
          <a:effectLst>
            <a:outerShdw sx="100000" sy="100000" kx="0" ky="0" algn="bl" rotWithShape="0" blurRad="762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72200" y="1737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A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THIS TO BEGIN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2148840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31465F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2860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AI-DLC, fix the production incidents described in bug-reports.md for the LineMetrics service in this workspace and harden it against recurrence, per vision-document.md and technical-environment.md. This is a brownfield project — analyze the existing code first.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72200" y="46177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</a:t>
            </a:r>
            <a:pPr indent="0" marL="0">
              <a:buNone/>
            </a:pPr>
            <a:r>
              <a:rPr lang="en-US" sz="11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workflow lead. Answer its question files from your documents; when documents conflict, the Product Owner decides and the Scribe records why. Approve gates only after the Reviewer has actually read the artifacts.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LineMetrics Recovery — Kickoff</dc:title>
  <dc:subject>PptxGenJS Presentation</dc:subject>
  <dc:creator>eCloudvalley — AI-DLC Workshop</dc:creator>
  <cp:lastModifiedBy>eCloudvalley — AI-DLC Workshop</cp:lastModifiedBy>
  <cp:revision>1</cp:revision>
  <dcterms:created xsi:type="dcterms:W3CDTF">2026-08-10T04:13:04Z</dcterms:created>
  <dcterms:modified xsi:type="dcterms:W3CDTF">2026-08-10T04:13:04Z</dcterms:modified>
</cp:coreProperties>
</file>